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FFFFFF"/>
                </a:solidFill>
              </a:rPr>
              <a:t>QuickCart Supermarket MongoDB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DDE8EF"/>
                </a:solidFill>
              </a:rPr>
              <a:t>Big Data Storage final project, replace group_xxx and member names before submitting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291840" cy="182880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Dataset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1000 receipts</a:t>
            </a:r>
            <a:br/>
            <a:r>
              <a:t>3 branches</a:t>
            </a:r>
            <a:br/>
            <a:r>
              <a:t>6 product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828800"/>
            <a:ext cx="3291840" cy="182880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Revenue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$322,966.75</a:t>
            </a:r>
            <a:br/>
            <a:r>
              <a:t>Gross income $15,379.37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828800"/>
            <a:ext cx="3291840" cy="182880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MongoDB fit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Each checkout receipt is a single document with embedded branch, customer, payment, financials, and item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Company and business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34747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Chosen company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QuickCart Supermarket, a three branch retail chain selling food, household goods, clothing, electronics, sports items, and health products.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371600"/>
            <a:ext cx="34747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Process modelled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Checkout receipt: branch, customer type, product line, quantity, payment method, total, gross income, and rating.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Why MongoDB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One receipt can live as one document. Managers can read the sale directly, then group the same collection by branch, product, payment, or hour.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Document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5303520" cy="44805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sales_receipts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_id, invoice_id</a:t>
            </a:r>
            <a:br/>
            <a:r>
              <a:t>branch {code, city}</a:t>
            </a:r>
            <a:br/>
            <a:r>
              <a:t>customer {type, gender}</a:t>
            </a:r>
            <a:br/>
            <a:r>
              <a:t>items [{product_line, unit_price, quantity, totals}]</a:t>
            </a:r>
            <a:br/>
            <a:r>
              <a:t>sale_datetime, sale_month, sale_hour</a:t>
            </a:r>
            <a:br/>
            <a:r>
              <a:t>payment {method}</a:t>
            </a:r>
            <a:br/>
            <a:r>
              <a:t>financials {cogs, tax, total, gross_income}</a:t>
            </a:r>
            <a:br/>
            <a:r>
              <a:t>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80160"/>
            <a:ext cx="512064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Design choice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One collection keeps the assignment focused and avoids artificial joins. It still supports every required query and aggregation.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3749039"/>
            <a:ext cx="512064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Tradeoff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and product values repeat. That is acceptable for read heavy analysis, but production stock systems would add catalogue and inventory collections.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Data quality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53035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Quality operations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Parsed date and time into MongoDB date. Cast prices, taxes, totals, ratings, and quantity. Removed duplicate invoice ids. Added sale_month, weekday, and hour. Standardised branch city names.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566160"/>
            <a:ext cx="53035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Validation rules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Required receipt fields. Enums for branch, city, customer type, gender, payment, and product line. Quantity at least 1. Financial values non negative. Rating from 0 to 10.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512064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Why this matters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Bad checkout records can make branch and product numbers wrong. The validator catches bad categories and bad receipt formats before the reports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Business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Food and beverages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34639" y="1280160"/>
            <a:ext cx="3657600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$56,144.84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Sports and travel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39" y="2011680"/>
            <a:ext cx="3591019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7099" y="201168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$55,122.83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Electronic accessories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39" y="2743200"/>
            <a:ext cx="3539861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5941" y="274320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$54,337.53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Fashion accessories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39" y="3474720"/>
            <a:ext cx="3537800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3880" y="347472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$54,305.89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Home and lifestyle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39" y="4206240"/>
            <a:ext cx="3508876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4956" y="420624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$53,861.91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60"/>
            <a:ext cx="21031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Health and beauty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39" y="4937760"/>
            <a:ext cx="3204764" cy="402336"/>
          </a:xfrm>
          <a:prstGeom prst="rect">
            <a:avLst/>
          </a:prstGeom>
          <a:solidFill>
            <a:srgbClr val="0E7C7B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844" y="4937760"/>
            <a:ext cx="109728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$49,193.74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1280160"/>
            <a:ext cx="3749039" cy="12801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Top product line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Food and beverages</a:t>
            </a:r>
            <a:br/>
            <a:r>
              <a:t>$56,144.84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834640"/>
            <a:ext cx="3749039" cy="12801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Top branch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C, Naypyitaw</a:t>
            </a:r>
            <a:br/>
            <a:r>
              <a:t>$110,568.71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4389120"/>
            <a:ext cx="3749039" cy="128016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Average ticket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$322.97</a:t>
            </a:r>
            <a:br/>
            <a:r>
              <a:t>Rating 6.97/10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Queries and aggregations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34747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Five queries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C March tickets. High value Food and beverages receipts. Cash tickets above average. Member Sports and travel receipts. Low rating follow up list.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280160"/>
            <a:ext cx="34747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Four aggregations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scorecard. Product line performance. Sales by hour. Customer type and payment mix.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280160"/>
            <a:ext cx="34747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Business use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Store managers can see where revenue is coming from, which categories deserve attention, and which low rating receipts need service follow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1B2A38"/>
                </a:solidFill>
              </a:rPr>
              <a:t>Indexes and performance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34747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Indexes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sale_datetime</a:t>
            </a:r>
            <a:br/>
            <a:r>
              <a:t>branch.code plus sale_datetime</a:t>
            </a:r>
            <a:br/>
            <a:r>
              <a:t>items.product_line plus total</a:t>
            </a:r>
            <a:br/>
            <a:r>
              <a:t>payment.method plus date</a:t>
            </a:r>
            <a:br/>
            <a:r>
              <a:t>rating plus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280160"/>
            <a:ext cx="34747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Candidate reads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Branch C March: 1000 to 106</a:t>
            </a:r>
            <a:br/>
            <a:r>
              <a:t>Food above 500: 174 to 37</a:t>
            </a:r>
            <a:br/>
            <a:r>
              <a:t>Low rating: 1000 to 153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280160"/>
            <a:ext cx="34747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Defense point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The dataset is small, so speed changes are small. I still added the indexes because the same queries would need them with a much larger receipt 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000">
                <a:solidFill>
                  <a:srgbClr val="FFFFFF"/>
                </a:solidFill>
              </a:rPr>
              <a:t>Submission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DDE8EF"/>
                </a:solidFill>
              </a:rPr>
              <a:t>What is inside group_xxx.zip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383280" cy="384048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Files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group_xxx_report.docx and PDF</a:t>
            </a:r>
            <a:br/>
            <a:r>
              <a:t>group_xxx.bson</a:t>
            </a:r>
            <a:br/>
            <a:r>
              <a:t>group_xxx.txt</a:t>
            </a:r>
            <a:br/>
            <a:r>
              <a:t>group_xxx_presentation.pptx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1645920"/>
            <a:ext cx="3383280" cy="384048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Check files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Source CSV, metadata JSON, restore notes, data dictionary, and checklist are included so the work can be checked.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645920"/>
            <a:ext cx="3200400" cy="3840480"/>
          </a:xfrm>
          <a:prstGeom prst="rect">
            <a:avLst/>
          </a:prstGeom>
          <a:solidFill>
            <a:srgbClr val="E8F1F5"/>
          </a:solidFill>
          <a:ln>
            <a:solidFill>
              <a:srgbClr val="C9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143642"/>
                </a:solidFill>
              </a:rPr>
              <a:t>Before Moodle</a:t>
            </a:r>
          </a:p>
          <a:p>
            <a:pPr>
              <a:defRPr sz="1100">
                <a:solidFill>
                  <a:srgbClr val="263640"/>
                </a:solidFill>
              </a:defRPr>
            </a:pPr>
            <a:r>
              <a:t>Replace group_xxx, member names, and student numbers. Then upload only once for the group.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Storage Final Project</dc:title>
  <dc:subject>MongoDB design for QuickCart Supermarket</dc:subject>
  <dc:creator/>
  <cp:keywords/>
  <dc:description/>
  <cp:lastModifiedBy/>
  <cp:revision>1</cp:revision>
  <dcterms:created xsi:type="dcterms:W3CDTF">2026-05-21T13:23:58Z</dcterms:created>
  <dcterms:modified xsi:type="dcterms:W3CDTF">2026-05-21T13:23:58Z</dcterms:modified>
  <cp:category/>
</cp:coreProperties>
</file>